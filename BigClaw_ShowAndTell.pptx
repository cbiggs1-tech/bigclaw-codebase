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8th Portfolio — LLM Discretionary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2026 as a controlled experiment — no rule-based engine, no style gates.</a:t>
            </a:r>
          </a:p>
          <a:p>
            <a:pPr/>
            <a:r>
              <a:rPr sz="1400"/>
              <a:t>Architecture: 3-Sonnet dialectic — Bull / Bear / Judge agents run sequentially each weekday at 11:00 CT</a:t>
            </a:r>
          </a:p>
          <a:p>
            <a:pPr/>
            <a:r>
              <a:rPr sz="1400"/>
              <a:t>BULL builds the case FOR candidate trades. BEAR challenges every bull thesis with counter-evidence.</a:t>
            </a:r>
          </a:p>
          <a:p>
            <a:pPr/>
            <a:r>
              <a:rPr sz="1400"/>
              <a:t>JUDGE reads data + bull + bear + own journal, must explicitly address strongest counter-arguments before committing trades.</a:t>
            </a:r>
          </a:p>
          <a:p>
            <a:pPr/>
            <a:r>
              <a:rPr sz="1400"/>
              <a:t>Every trade requires an exit_thesis (gain target / stop loss / time-based) — verified later, becomes journal feedback.</a:t>
            </a:r>
          </a:p>
          <a:p>
            <a:pPr/>
            <a:r>
              <a:rPr sz="1400"/>
              <a:t>Recursive learning: data/llm_journal.jsonl accumulates decisions + outcomes; model reads its own track record each cycle.</a:t>
            </a:r>
          </a:p>
          <a:p>
            <a:pPr/>
            <a:r>
              <a:rPr sz="1400"/>
              <a:t>Anti-cheating: ticker validation, cash wall, market-hours gate, training-cutoff awareness in prompt.</a:t>
            </a:r>
          </a:p>
          <a:p>
            <a:pPr/>
            <a:r>
              <a:rPr sz="1400"/>
              <a:t>Safety: catastrophic drawdown freeze at $50K (50% of starting $100K) — pauses trading, alerts Slack, manual resolve.</a:t>
            </a:r>
          </a:p>
          <a:p>
            <a:pPr/>
            <a:r>
              <a:rPr sz="1400"/>
              <a:t>Cost: ~$0.13/cycle, ~$34/year.</a:t>
            </a:r>
          </a:p>
          <a:p>
            <a:pPr/>
            <a:r>
              <a:rPr sz="1400"/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