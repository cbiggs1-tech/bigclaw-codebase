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The 8th Portfolio — LLM-ETF Focus (Experimental)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>
                <a:solidFill>
                  <a:srgbClr val="E8EDF5"/>
                </a:solidFill>
              </a:rPr>
              <a:t>Added June 2026 as a controlled experiment — no rule-based engine, no style gates. Observed: ETF-tilted sector rotation.</a:t>
            </a:r>
          </a:p>
          <a:p>
            <a:pPr/>
            <a:r>
              <a:rPr sz="1400">
                <a:solidFill>
                  <a:srgbClr val="E8EDF5"/>
                </a:solidFill>
              </a:rPr>
              <a:t>Architecture: 3-Sonnet dialectic — Bull / Bear / Judge agents run sequentially each weekday at 11:00 CT</a:t>
            </a:r>
          </a:p>
          <a:p>
            <a:pPr/>
            <a:r>
              <a:rPr sz="1400">
                <a:solidFill>
                  <a:srgbClr val="E8EDF5"/>
                </a:solidFill>
              </a:rPr>
              <a:t>BULL builds the case FOR candidate trades. BEAR challenges every bull thesis with counter-evidence.</a:t>
            </a:r>
          </a:p>
          <a:p>
            <a:pPr/>
            <a:r>
              <a:rPr sz="1400">
                <a:solidFill>
                  <a:srgbClr val="E8EDF5"/>
                </a:solidFill>
              </a:rPr>
              <a:t>JUDGE reads data + bull + bear + own journal, must explicitly address strongest counter-arguments before committing trades.</a:t>
            </a:r>
          </a:p>
          <a:p>
            <a:pPr/>
            <a:r>
              <a:rPr sz="1400">
                <a:solidFill>
                  <a:srgbClr val="E8EDF5"/>
                </a:solidFill>
              </a:rPr>
              <a:t>Every trade requires an exit_thesis (gain target / stop loss / time-based) — verified later, becomes journal feedback.</a:t>
            </a:r>
          </a:p>
          <a:p>
            <a:pPr/>
            <a:r>
              <a:rPr sz="1400">
                <a:solidFill>
                  <a:srgbClr val="E8EDF5"/>
                </a:solidFill>
              </a:rPr>
              <a:t>Recursive learning: data/llm_journal.jsonl accumulates decisions + outcomes; model reads its own track record each cycle.</a:t>
            </a:r>
          </a:p>
          <a:p>
            <a:pPr/>
            <a:r>
              <a:rPr sz="1400">
                <a:solidFill>
                  <a:srgbClr val="E8EDF5"/>
                </a:solidFill>
              </a:rPr>
              <a:t>Anti-cheating: ticker validation, cash wall, market-hours gate, training-cutoff awareness in prompt.</a:t>
            </a:r>
          </a:p>
          <a:p>
            <a:pPr/>
            <a:r>
              <a:rPr sz="1400">
                <a:solidFill>
                  <a:srgbClr val="E8EDF5"/>
                </a:solidFill>
              </a:rPr>
              <a:t>Safety: catastrophic drawdown freeze at $50K (50% of starting $100K) — pauses trading, alerts Slack, manual resolve.</a:t>
            </a:r>
          </a:p>
          <a:p>
            <a:pPr/>
            <a:r>
              <a:rPr sz="1400">
                <a:solidFill>
                  <a:srgbClr val="E8EDF5"/>
                </a:solidFill>
              </a:rPr>
              <a:t>Cost: ~$0.13/cycle, ~$34/year.</a:t>
            </a:r>
          </a:p>
          <a:p>
            <a:pPr/>
            <a:r>
              <a:rPr sz="1400">
                <a:solidFill>
                  <a:srgbClr val="E8EDF5"/>
                </a:solidFill>
              </a:rPr>
              <a:t>Experimental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The 9th Portfolio — LLM-Comando (Stock Picker)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>
                <a:solidFill>
                  <a:srgbClr val="E8EDF5"/>
                </a:solidFill>
              </a:rPr>
              <a:t>Added June 10 2026 as a parallel experiment to LLM-ETF Focus — same dialectic, individual-stock mandate.</a:t>
            </a:r>
          </a:p>
          <a:p>
            <a:pPr/>
            <a:r>
              <a:rPr sz="1300">
                <a:solidFill>
                  <a:srgbClr val="E8EDF5"/>
                </a:solidFill>
              </a:rPr>
              <a:t>Same 3-Sonnet dialectic (Bull / Bear / Judge), same watcher + reconciler architecture</a:t>
            </a:r>
          </a:p>
          <a:p>
            <a:pPr/>
            <a:r>
              <a:rPr sz="1300">
                <a:solidFill>
                  <a:srgbClr val="E8EDF5"/>
                </a:solidFill>
              </a:rPr>
              <a:t>STRICT stock preference: ETFs forbidden in all three agent prompts except explicit hedging</a:t>
            </a:r>
          </a:p>
          <a:p>
            <a:pPr/>
            <a:r>
              <a:rPr sz="1300">
                <a:solidFill>
                  <a:srgbClr val="E8EDF5"/>
                </a:solidFill>
              </a:rPr>
              <a:t>Candidate universe expanded: holdings + watchlist + ~60 curated liquid names from portfolio_universes.json</a:t>
            </a:r>
          </a:p>
          <a:p>
            <a:pPr/>
            <a:r>
              <a:rPr sz="1300">
                <a:solidFill>
                  <a:srgbClr val="E8EDF5"/>
                </a:solidFill>
              </a:rPr>
              <a:t>Bull builds case for single names with company-specific catalysts (earnings, upgrades, insider buys, M&amp;A)</a:t>
            </a:r>
          </a:p>
          <a:p>
            <a:pPr/>
            <a:r>
              <a:rPr sz="1300">
                <a:solidFill>
                  <a:srgbClr val="E8EDF5"/>
                </a:solidFill>
              </a:rPr>
              <a:t>Bear vetoes any ETF candidate, demands a specific stock within the basket with better asymmetry</a:t>
            </a:r>
          </a:p>
          <a:p>
            <a:pPr/>
            <a:r>
              <a:rPr sz="1300">
                <a:solidFill>
                  <a:srgbClr val="E8EDF5"/>
                </a:solidFill>
              </a:rPr>
              <a:t>Judge defaults to specific stocks; ETFs need explicit justification or are forbidden</a:t>
            </a:r>
          </a:p>
          <a:p>
            <a:pPr/>
            <a:r>
              <a:rPr sz="1300">
                <a:solidFill>
                  <a:srgbClr val="E8EDF5"/>
                </a:solidFill>
              </a:rPr>
              <a:t>Dry-run (June 10): picked AMAT (Cantor + UBS PT raises) and APA (Iran/oil thesis) — no ETFs</a:t>
            </a:r>
          </a:p>
          <a:p>
            <a:pPr/>
            <a:r>
              <a:rPr sz="1300">
                <a:solidFill>
                  <a:srgbClr val="E8EDF5"/>
                </a:solidFill>
              </a:rPr>
              <a:t>Cost: ~$0.18/cycle (vs $0.13 for ETF Focus) — expanded news context. Annual ≈ $45.</a:t>
            </a:r>
          </a:p>
          <a:p>
            <a:pPr/>
            <a:r>
              <a:rPr sz="1300">
                <a:solidFill>
                  <a:srgbClr val="E8EDF5"/>
                </a:solidFill>
              </a:rPr>
              <a:t>Experimental question: which LLM style beats SPY first — sector ETF rotation or single-name picks?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Comando Dialectic Upgrade (June 15): The Judge Finds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E8EDF5"/>
                </a:solidFill>
              </a:rPr>
              <a:t>Live lesson from the experiment: on June 15 Comando bought AAL on a day-old catalyst (oil drop + signed MOU) already baked into a stock that had already run. It got in late and faded. Fast iteration means we fix as we go.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BULL (Sonnet 4.6) - argues the strongest case FOR each single-stock trade, citing company-specific catalysts.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BEAR (Sonnet 4.6) - Stage 1 fact-verifies every Bull claim; Stage 2 now runs a MANDATORY already-priced-in test (freshness, has price already moved, durable vs reflexive driver). True-but-priced-in is a disqualifying weakness.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JUDGE (Opus 4.8) - the only seat whose calls become trades. Now leads with GAP-ANALYSIS before adjudicating: names what BOTH Bull and Bear missed - already priced in? durable or reflexive? what makes this wrong? - via a required gap_analysis field.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Why it matters: Bull and Bear are advocates; a coherent debate can be blind to the question neither raised. Synthesizing two advocates only averages views already in the price (beta). The alpha is in the shared omission - that is the Judge's job.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Reusable beyond Comando: gap-first synthesis is a design rule for any LLM decision system built on this platform.</a:t>
            </a:r>
          </a:p>
          <a:p>
            <a:pPr/>
            <a:r>
              <a:rPr sz="1300" b="0">
                <a:solidFill>
                  <a:srgbClr val="E8EDF5"/>
                </a:solidFill>
              </a:rPr>
              <a:t>Status: shipped, committed (e36e277d5), pushed to GitHub; live from the 11:30 CT cycle - no restart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June 16-18 Upgrades: Regime-Aware, Active, Conviction-Held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E8EDF5"/>
                </a:solidFill>
              </a:rPr>
              <a:t>Theme of the batch: give the two LLM portfolios a forward, regime-aware read of the market, let Comando be active in a bull tape, and let CONVICTION - not the clock - govern exits. Five changes shipped June 16-18.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Macro-regime cycle pack (Jun 16): both LLM books now read a 'cycle tells' block - VIX level/trend, high-yield vs investment-grade credit, 10y yield, offense/defense (XLY vs XLP), breadth (IWM vs SPY), 3-month rotation leaders. ETF Focus positions sectors months-out (lead the rotation); Comando uses VIX to set aggression.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Comando momentum sourcing (Jun 17): pulls the rule engine's ~537 scored names and ranks momentum leaders (1mo+3mo relative strength, proximity to 6-month high) into a MOMENTUM LEADERS block - so Comando trades clean uptrends instead of sitting in cash after gap-analysis rejects priced-in headlines.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ETF Focus event-risk rule (Jun 18): do NOT open a new position into a binary event (FOMC/CPI/jobs/earnings) in the next 1-2 days; existing positions are still held through. Born from a June 17 XLF-into-FOMC same-day whipsaw.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Conviction-based exit for Comando (Jun 18): replaced the time-based quick-out. Before selling, ask 'would I buy this right now?' - if yes, HOLD; if no, sell and redeploy. Holding time is irrelevant; the trigger is always conviction, never a timer.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Reliability: fundamentals cache (Jun 16) - SQLite cache of yfinance .info that serves stale data on a 429, ending the Yahoo throttling that broke the scorer (08:30 pre-warm). Morning brief rebuilt around feeds we actually use (Decision Engine, IV skew/spread, macro regime); dead Unusual Whales sections removed.</a:t>
            </a:r>
          </a:p>
          <a:p>
            <a:pPr/>
            <a:r>
              <a:rPr sz="1200" b="0">
                <a:solidFill>
                  <a:srgbClr val="E8EDF5"/>
                </a:solidFill>
              </a:rPr>
              <a:t>Status: all shipped, committed, and pushed to GitHub; Design Basis + this deck updated current through June 18 2026, 15:30 CT.</a:t>
            </a:r>
          </a:p>
          <a:p>
            <a:r>
              <a:rPr sz="1100" i="1">
                <a:solidFill>
                  <a:srgbClr val="E8EDF5"/>
                </a:solidFill>
              </a:rPr>
              <a:t>NOTE (June 25 2026): the months-horizon framing for ETF Focus and Comando's momentum sourcing were later REVERTED - see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June 25-26 Corrections: Back to Short-Term + Empirical VIX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200">
                <a:solidFill>
                  <a:srgbClr val="E8EDF5"/>
                </a:solidFill>
              </a:rPr>
              <a:t>A later out-of-context session had drifted the two LLM books; June 25-26 restored the original design and made the data pipeline bulletproof.</a:t>
            </a:r>
          </a:p>
          <a:p>
            <a:r>
              <a:rPr sz="1200">
                <a:solidFill>
                  <a:srgbClr val="E8EDF5"/>
                </a:solidFill>
              </a:rPr>
              <a:t>ETF Focus -&gt; SHORT-TERM (reverted the June-16 months-horizon pivot): the experiment learns faster with fast turnover, and the paired A/B only holds if both books share a horizon. Kept the good parts - gap-analysis, do-not-open-into-a-binary-event, macro-regime pack.</a:t>
            </a:r>
          </a:p>
          <a:p>
            <a:r>
              <a:rPr sz="1200">
                <a:solidFill>
                  <a:srgbClr val="E8EDF5"/>
                </a:solidFill>
              </a:rPr>
              <a:t>Comando -&gt; NEWS-ONLY discovery (removed June-17 momentum sourcing): price momentum with no news behind it is bandwagon-chasing, not a thesis. Every entry must rest on a citable, still-playing-out catalyst; thin news = hold cash, do not manufacture a momentum trade.</a:t>
            </a:r>
          </a:p>
          <a:p>
            <a:r>
              <a:rPr sz="1200">
                <a:solidFill>
                  <a:srgbClr val="E8EDF5"/>
                </a:solidFill>
              </a:rPr>
              <a:t>Signals pipeline fixed for good (June 25): decision-engine prices moved yfinance -&gt; Alpaca (554 tickers in ~70s vs a 30-min timeout under Yahoo 429s) with a yfinance fallback; finviz given a fail-fast circuit breaker. Full rescreen 44 min -&gt; 2.5 min.</a:t>
            </a:r>
          </a:p>
          <a:p>
            <a:r>
              <a:rPr sz="1200">
                <a:solidFill>
                  <a:srgbClr val="E8EDF5"/>
                </a:solidFill>
              </a:rPr>
              <a:t>Empirical VIX calibration (June 26): the volatility mandate had no absolute thresholds, so the LLM read a NORMAL VIX of 19-20 as a fear spike and throttled to cash (it sized its PODD winner at ~6%). Re-derived from a year of ^VIX vs forward SPY: drop odds stay at the ~11% base rate up to VIX 22, then JUMP to ~40% (4x). Threshold of concern = 22, not the high teens. Bands: &lt;22 NORMAL, 22-25 ELEVATED, 25-30 HIGH, &gt;30 EXTREME.</a:t>
            </a:r>
          </a:p>
          <a:p>
            <a:r>
              <a:rPr sz="1200">
                <a:solidFill>
                  <a:srgbClr val="E8EDF5"/>
                </a:solidFill>
              </a:rPr>
              <a:t>Status: all shipped, committed, and pushed to GitHub; Design Basis updated current through June 26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7-8: Wartime Risk Doctrine + Reset Guard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Overnight doctrine (Comando Judge): banking a gain is control, finality, loss-prevention; holding overnight is unprotected risk (trailing stops don't run when the market is closed) - so the burden of proof shifts to HOLDING, default is bank into the close.</a:t>
            </a:r>
          </a:p>
          <a:p>
            <a:pPr/>
            <a:r>
              <a:rPr sz="1200">
                <a:solidFill>
                  <a:srgbClr val="E8EDF5"/>
                </a:solidFill>
              </a:rPr>
              <a:t>Compelling-to-hold = market accelerating risk-ON into the bell; lean-to-exit = flat/down with risk-off - then shed the most-exposed name. VIX weighted by LEVEL intraday but by TREND for the overnight decision.</a:t>
            </a:r>
          </a:p>
          <a:p>
            <a:pPr/>
            <a:r>
              <a:rPr sz="1200">
                <a:solidFill>
                  <a:srgbClr val="E8EDF5"/>
                </a:solidFill>
              </a:rPr>
              <a:t>War-tape weighting: oil / Strait of Hormuz / tanker escalation raise the bar to carry risk overnight; profits are premium, the Bear gets more weight in wartime.</a:t>
            </a:r>
          </a:p>
          <a:p>
            <a:pPr/>
            <a:r>
              <a:rPr sz="1200">
                <a:solidFill>
                  <a:srgbClr val="E8EDF5"/>
                </a:solidFill>
              </a:rPr>
              <a:t>Alpaca reset (July 7): Alpaca wiped paper positions account-wide; the bot briefly opened shorts into the void. DB-as-source-of-truth preserved all research.</a:t>
            </a:r>
          </a:p>
          <a:p>
            <a:pPr/>
            <a:r>
              <a:rPr sz="1200">
                <a:solidFill>
                  <a:srgbClr val="E8EDF5"/>
                </a:solidFill>
              </a:rPr>
              <a:t>Pre-trade reconciliation guard: every trading script now HALTS (MISMATCH kill-switch) if &gt;=5 DB positions are missing at Alpaca - no trading on a desynced account.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9: Data-Integrity Hardening (Grok 4.5 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External code review of the scripts/ trading engine; every finding verified against the live codebase before acting.</a:t>
            </a:r>
          </a:p>
          <a:p>
            <a:pPr/>
            <a:r>
              <a:rPr sz="1200">
                <a:solidFill>
                  <a:srgbClr val="E8EDF5"/>
                </a:solidFill>
              </a:rPr>
              <a:t>Schema drift fixed: the committed CREATE TABLE statements now match the live DB (purchase_status, holdings targets, transaction order_id) - a fresh clone rebuilds a correct database; validated fresh-build vs live on all core tables.</a:t>
            </a:r>
          </a:p>
          <a:p>
            <a:pPr/>
            <a:r>
              <a:rPr sz="1200">
                <a:solidFill>
                  <a:srgbClr val="E8EDF5"/>
                </a:solidFill>
              </a:rPr>
              <a:t>Atomic signals.json writes completed: the autonomous trader's own writer (missed by the July-1 fix) now uses temp-file + os.replace - no more torn-file crashes.</a:t>
            </a:r>
          </a:p>
          <a:p>
            <a:pPr/>
            <a:r>
              <a:rPr sz="1200">
                <a:solidFill>
                  <a:srgbClr val="E8EDF5"/>
                </a:solidFill>
              </a:rPr>
              <a:t>De-hardcoded an absolute path; removed a stale backup file from git.</a:t>
            </a:r>
          </a:p>
          <a:p>
            <a:pPr/>
            <a:r>
              <a:rPr sz="1200">
                <a:solidFill>
                  <a:srgbClr val="E8EDF5"/>
                </a:solidFill>
              </a:rPr>
              <a:t>Kept lean by design: skipped the ORM / Docker / CI suggestions that don't fit a single dedicated Pi.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9: Near-Live Dashboard Freshness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Before: the website refreshed 5x/day, leaving ~2-hour stale price windows mid-session.</a:t>
            </a:r>
          </a:p>
          <a:p>
            <a:pPr/>
            <a:r>
              <a:rPr sz="1200">
                <a:solidFill>
                  <a:srgbClr val="E8EDF5"/>
                </a:solidFill>
              </a:rPr>
              <a:t>Added an intraday price refresh every ~30 min (LLM-free, ~1 min): positions, cash, and portfolio values are now current within half an hour across all 9 portfolios.</a:t>
            </a:r>
          </a:p>
          <a:p>
            <a:pPr/>
            <a:r>
              <a:rPr sz="1200">
                <a:solidFill>
                  <a:srgbClr val="E8EDF5"/>
                </a:solidFill>
              </a:rPr>
              <a:t>Forward planned-actions list refreshed on the same cadence; LLM Comando/ETF panels published right after each cycle (9:20 / 11:50 / 14:50 CT) so intraday trades appear within minutes, not at the next anchor.</a:t>
            </a:r>
          </a:p>
          <a:p>
            <a:pPr/>
            <a:r>
              <a:rPr sz="1200">
                <a:solidFill>
                  <a:srgbClr val="E8EDF5"/>
                </a:solidFill>
              </a:rPr>
              <a:t>Collision-safe: a new push_docs.sh helper (flock-serialized + retrying) ensures the extra publishers never fight the git index lock.</a:t>
            </a:r>
          </a:p>
          <a:p>
            <a:pPr/>
            <a:r>
              <a:rPr sz="1200">
                <a:solidFill>
                  <a:srgbClr val="E8EDF5"/>
                </a:solidFill>
              </a:rPr>
              <a:t>Zero token cost - every piece is deterministic Python/bash, no LLM calls.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shipped, committed, pushed; Design Basis updated.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0B90B"/>
                </a:solidFill>
              </a:rPr>
              <a:t>July 9-11: Judge Model A/B - Reliability Gates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>
                <a:solidFill>
                  <a:srgbClr val="E8EDF5"/>
                </a:solidFill>
              </a:rPr>
              <a:t>Ran a live A/B: Fable 5 as the executing Comando Judge, with Opus 4.8 shadowing the identical Bull/Bear input (logged, not traded).</a:t>
            </a:r>
          </a:p>
          <a:p>
            <a:pPr/>
            <a:r>
              <a:rPr sz="1200">
                <a:solidFill>
                  <a:srgbClr val="E8EDF5"/>
                </a:solidFill>
              </a:rPr>
              <a:t>Fable's long adaptive-thinking requests get dropped / time out; a timed-out Judge kills the entire cycle - no decisions, no trades.</a:t>
            </a:r>
          </a:p>
          <a:p>
            <a:pPr/>
            <a:r>
              <a:rPr sz="1200">
                <a:solidFill>
                  <a:srgbClr val="E8EDF5"/>
                </a:solidFill>
              </a:rPr>
              <a:t>Record: one ~723s near-miss (July 9), then TWO of THREE cycles FATAL on July 10. Opus shadow: ~110s with valid JSON every run.</a:t>
            </a:r>
          </a:p>
          <a:p>
            <a:pPr/>
            <a:r>
              <a:rPr sz="1200">
                <a:solidFill>
                  <a:srgbClr val="E8EDF5"/>
                </a:solidFill>
              </a:rPr>
              <a:t>Reverted the live Judge to Opus 4.8; Bull/Bear stay Sonnet 4.6; shadow A/B disabled.</a:t>
            </a:r>
          </a:p>
          <a:p>
            <a:pPr/>
            <a:r>
              <a:rPr sz="1200">
                <a:solidFill>
                  <a:srgbClr val="E8EDF5"/>
                </a:solidFill>
              </a:rPr>
              <a:t>Lesson: for a live trading Judge, reliability - completing within the cycle's time budget before the close - gates decision quality. Test under the real timeout, not dry-runs.</a:t>
            </a:r>
          </a:p>
          <a:p>
            <a:pPr/>
            <a:r>
              <a:rPr sz="1200">
                <a:solidFill>
                  <a:srgbClr val="E8EDF5"/>
                </a:solidFill>
              </a:rPr>
              <a:t>Status: reverted, committed, pushed; Design Basis + memory current.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