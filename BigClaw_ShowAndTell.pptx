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76" r:id="rId27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9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8th Portfolio — LLM-ETF Focus (Experimental)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2026 as a controlled experiment — no rule-based engine, no style gates. Observed: ETF-tilted sector rotation.</a:t>
            </a:r>
          </a:p>
          <a:p>
            <a:pPr/>
            <a:r>
              <a:rPr sz="1400"/>
              <a:t>Architecture: 3-Sonnet dialectic — Bull / Bear / Judge agents run sequentially each weekday at 11:00 CT</a:t>
            </a:r>
          </a:p>
          <a:p>
            <a:pPr/>
            <a:r>
              <a:rPr sz="1400"/>
              <a:t>BULL builds the case FOR candidate trades. BEAR challenges every bull thesis with counter-evidence.</a:t>
            </a:r>
          </a:p>
          <a:p>
            <a:pPr/>
            <a:r>
              <a:rPr sz="1400"/>
              <a:t>JUDGE reads data + bull + bear + own journal, must explicitly address strongest counter-arguments before committing trades.</a:t>
            </a:r>
          </a:p>
          <a:p>
            <a:pPr/>
            <a:r>
              <a:rPr sz="1400"/>
              <a:t>Every trade requires an exit_thesis (gain target / stop loss / time-based) — verified later, becomes journal feedback.</a:t>
            </a:r>
          </a:p>
          <a:p>
            <a:pPr/>
            <a:r>
              <a:rPr sz="1400"/>
              <a:t>Recursive learning: data/llm_journal.jsonl accumulates decisions + outcomes; model reads its own track record each cycle.</a:t>
            </a:r>
          </a:p>
          <a:p>
            <a:pPr/>
            <a:r>
              <a:rPr sz="1400"/>
              <a:t>Anti-cheating: ticker validation, cash wall, market-hours gate, training-cutoff awareness in prompt.</a:t>
            </a:r>
          </a:p>
          <a:p>
            <a:pPr/>
            <a:r>
              <a:rPr sz="1400"/>
              <a:t>Safety: catastrophic drawdown freeze at $50K (50% of starting $100K) — pauses trading, alerts Slack, manual resolve.</a:t>
            </a:r>
          </a:p>
          <a:p>
            <a:pPr/>
            <a:r>
              <a:rPr sz="1400"/>
              <a:t>Cost: ~$0.13/cycle, ~$34/year.</a:t>
            </a:r>
          </a:p>
          <a:p>
            <a:pPr/>
            <a:r>
              <a:rPr sz="1400"/>
              <a:t>Experimental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9th Portfolio — LLM-Comando (Stock Picker)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10 2026 as a parallel experiment to LLM-ETF Focus — same dialectic, individual-stock mandate.</a:t>
            </a:r>
          </a:p>
          <a:p>
            <a:pPr/>
            <a:r>
              <a:rPr sz="1300"/>
              <a:t>Same 3-Sonnet dialectic (Bull / Bear / Judge), same watcher + reconciler architecture</a:t>
            </a:r>
          </a:p>
          <a:p>
            <a:pPr/>
            <a:r>
              <a:rPr sz="1300"/>
              <a:t>STRICT stock preference: ETFs forbidden in all three agent prompts except explicit hedging</a:t>
            </a:r>
          </a:p>
          <a:p>
            <a:pPr/>
            <a:r>
              <a:rPr sz="1300"/>
              <a:t>Candidate universe expanded: holdings + watchlist + ~60 curated liquid names from portfolio_universes.json</a:t>
            </a:r>
          </a:p>
          <a:p>
            <a:pPr/>
            <a:r>
              <a:rPr sz="1300"/>
              <a:t>Bull builds case for single names with company-specific catalysts (earnings, upgrades, insider buys, M&amp;A)</a:t>
            </a:r>
          </a:p>
          <a:p>
            <a:pPr/>
            <a:r>
              <a:rPr sz="1300"/>
              <a:t>Bear vetoes any ETF candidate, demands a specific stock within the basket with better asymmetry</a:t>
            </a:r>
          </a:p>
          <a:p>
            <a:pPr/>
            <a:r>
              <a:rPr sz="1300"/>
              <a:t>Judge defaults to specific stocks; ETFs need explicit justification or are forbidden</a:t>
            </a:r>
          </a:p>
          <a:p>
            <a:pPr/>
            <a:r>
              <a:rPr sz="1300"/>
              <a:t>Dry-run (June 10): picked AMAT (Cantor + UBS PT raises) and APA (Iran/oil thesis) — no ETFs</a:t>
            </a:r>
          </a:p>
          <a:p>
            <a:pPr/>
            <a:r>
              <a:rPr sz="1300"/>
              <a:t>Cost: ~$0.18/cycle (vs $0.13 for ETF Focus) — expanded news context. Annual ≈ $45.</a:t>
            </a:r>
          </a:p>
          <a:p>
            <a:pPr/>
            <a:r>
              <a:rPr sz="1300"/>
              <a:t>Experimental question: which LLM style beats SPY first — sector ETF rotation or single-name picks?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