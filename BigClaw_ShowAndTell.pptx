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market analysis (Slack)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refresh (pure Python)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10:30 AM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Full autonomous trading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performance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(source of truth)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scored: action, watch, hold.</a:t>
            </a:r>
            <a:br/>
            <a:r>
              <a:t>Macro, sentiment, bonds, alerts &amp; warnings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page = </a:t>
            </a:r>
            <a:r>
              <a:rPr sz="1200" b="1">
                <a:solidFill>
                  <a:srgbClr val="E8EDF5"/>
                </a:solidFill>
                <a:latin typeface="Calibri"/>
              </a:rPr>
              <a:t>single source of truth</a:t>
            </a:r>
            <a:r>
              <a:rPr sz="1200" b="0">
                <a:solidFill>
                  <a:srgbClr val="E8EDF5"/>
                </a:solidFill>
                <a:latin typeface="Calibri"/>
              </a:rPr>
              <a:t> for all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Macro, sentiment, bonds, alerts live on </a:t>
            </a:r>
            <a:r>
              <a:rPr sz="1200" b="1">
                <a:solidFill>
                  <a:srgbClr val="E8EDF5"/>
                </a:solidFill>
                <a:latin typeface="Calibri"/>
              </a:rPr>
              <a:t>signals page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Sector rotation</a:t>
            </a:r>
            <a:r>
              <a:rPr sz="1200" b="0">
                <a:solidFill>
                  <a:srgbClr val="E8EDF5"/>
                </a:solidFill>
                <a:latin typeface="Calibri"/>
              </a:rPr>
              <a:t> heatmap on dashboard (daily refresh)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Recent </a:t>
            </a:r>
            <a:r>
              <a:rPr sz="1200" b="1">
                <a:solidFill>
                  <a:srgbClr val="E8EDF5"/>
                </a:solidFill>
                <a:latin typeface="Calibri"/>
              </a:rPr>
              <a:t>trades</a:t>
            </a:r>
            <a:r>
              <a:rPr sz="1200" b="0">
                <a:solidFill>
                  <a:srgbClr val="E8EDF5"/>
                </a:solidFill>
                <a:latin typeface="Calibri"/>
              </a:rPr>
              <a:t> (last 2 trading days) on dashboard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